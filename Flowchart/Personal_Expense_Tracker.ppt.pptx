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1F56B-B7D5-4310-A5EF-D0995FA06A5B}" v="6" dt="2026-09-14T08:26:37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29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weta Gaikwad" userId="df57fac65b0382b9" providerId="LiveId" clId="{0BE60CCA-F894-4BE1-AE68-7828B42E7BB5}"/>
    <pc:docChg chg="undo custSel modSld">
      <pc:chgData name="Shweta Gaikwad" userId="df57fac65b0382b9" providerId="LiveId" clId="{0BE60CCA-F894-4BE1-AE68-7828B42E7BB5}" dt="2026-09-14T08:29:16.061" v="961" actId="1076"/>
      <pc:docMkLst>
        <pc:docMk/>
      </pc:docMkLst>
      <pc:sldChg chg="addSp delSp modSp mod">
        <pc:chgData name="Shweta Gaikwad" userId="df57fac65b0382b9" providerId="LiveId" clId="{0BE60CCA-F894-4BE1-AE68-7828B42E7BB5}" dt="2026-09-14T08:29:16.061" v="961" actId="1076"/>
        <pc:sldMkLst>
          <pc:docMk/>
          <pc:sldMk cId="196280423" sldId="256"/>
        </pc:sldMkLst>
        <pc:spChg chg="add mod">
          <ac:chgData name="Shweta Gaikwad" userId="df57fac65b0382b9" providerId="LiveId" clId="{0BE60CCA-F894-4BE1-AE68-7828B42E7BB5}" dt="2026-09-14T07:47:53.852" v="400" actId="1076"/>
          <ac:spMkLst>
            <pc:docMk/>
            <pc:sldMk cId="196280423" sldId="256"/>
            <ac:spMk id="2" creationId="{EDEB578B-2615-8428-BCAC-11B81BC7EA09}"/>
          </ac:spMkLst>
        </pc:spChg>
        <pc:spChg chg="add mod">
          <ac:chgData name="Shweta Gaikwad" userId="df57fac65b0382b9" providerId="LiveId" clId="{0BE60CCA-F894-4BE1-AE68-7828B42E7BB5}" dt="2026-09-14T07:47:59.835" v="401" actId="1076"/>
          <ac:spMkLst>
            <pc:docMk/>
            <pc:sldMk cId="196280423" sldId="256"/>
            <ac:spMk id="3" creationId="{1C017AEC-0939-37C4-ABBC-EBA129D3EA9D}"/>
          </ac:spMkLst>
        </pc:spChg>
        <pc:spChg chg="add del">
          <ac:chgData name="Shweta Gaikwad" userId="df57fac65b0382b9" providerId="LiveId" clId="{0BE60CCA-F894-4BE1-AE68-7828B42E7BB5}" dt="2026-09-14T07:23:35.512" v="9" actId="478"/>
          <ac:spMkLst>
            <pc:docMk/>
            <pc:sldMk cId="196280423" sldId="256"/>
            <ac:spMk id="4" creationId="{66EFB0C7-27EC-4461-4393-C7E76621ED33}"/>
          </ac:spMkLst>
        </pc:spChg>
        <pc:spChg chg="add mod">
          <ac:chgData name="Shweta Gaikwad" userId="df57fac65b0382b9" providerId="LiveId" clId="{0BE60CCA-F894-4BE1-AE68-7828B42E7BB5}" dt="2026-09-14T07:48:18.447" v="403" actId="1076"/>
          <ac:spMkLst>
            <pc:docMk/>
            <pc:sldMk cId="196280423" sldId="256"/>
            <ac:spMk id="5" creationId="{C0220D88-3C35-D8DD-E872-F3A5A83F2A64}"/>
          </ac:spMkLst>
        </pc:spChg>
        <pc:spChg chg="add mod">
          <ac:chgData name="Shweta Gaikwad" userId="df57fac65b0382b9" providerId="LiveId" clId="{0BE60CCA-F894-4BE1-AE68-7828B42E7BB5}" dt="2026-09-14T07:48:10.637" v="402" actId="1076"/>
          <ac:spMkLst>
            <pc:docMk/>
            <pc:sldMk cId="196280423" sldId="256"/>
            <ac:spMk id="6" creationId="{705B44E1-5C6D-C740-A89D-56CDF5A8BED4}"/>
          </ac:spMkLst>
        </pc:spChg>
        <pc:spChg chg="add del mod">
          <ac:chgData name="Shweta Gaikwad" userId="df57fac65b0382b9" providerId="LiveId" clId="{0BE60CCA-F894-4BE1-AE68-7828B42E7BB5}" dt="2026-09-14T07:49:39.627" v="416" actId="478"/>
          <ac:spMkLst>
            <pc:docMk/>
            <pc:sldMk cId="196280423" sldId="256"/>
            <ac:spMk id="15" creationId="{D1EC1588-0EB1-FA2A-DAF3-50B88A3745AB}"/>
          </ac:spMkLst>
        </pc:spChg>
        <pc:spChg chg="add del mod">
          <ac:chgData name="Shweta Gaikwad" userId="df57fac65b0382b9" providerId="LiveId" clId="{0BE60CCA-F894-4BE1-AE68-7828B42E7BB5}" dt="2026-09-14T08:02:46.471" v="581" actId="14100"/>
          <ac:spMkLst>
            <pc:docMk/>
            <pc:sldMk cId="196280423" sldId="256"/>
            <ac:spMk id="30" creationId="{37C3CC36-BC8C-67EC-4230-A7080D4B14A9}"/>
          </ac:spMkLst>
        </pc:spChg>
        <pc:spChg chg="add mod">
          <ac:chgData name="Shweta Gaikwad" userId="df57fac65b0382b9" providerId="LiveId" clId="{0BE60CCA-F894-4BE1-AE68-7828B42E7BB5}" dt="2026-09-14T07:51:16.050" v="444" actId="14100"/>
          <ac:spMkLst>
            <pc:docMk/>
            <pc:sldMk cId="196280423" sldId="256"/>
            <ac:spMk id="31" creationId="{FD4C2FAB-31DF-A1F3-F3EB-0F3B6C5E9599}"/>
          </ac:spMkLst>
        </pc:spChg>
        <pc:spChg chg="add mod">
          <ac:chgData name="Shweta Gaikwad" userId="df57fac65b0382b9" providerId="LiveId" clId="{0BE60CCA-F894-4BE1-AE68-7828B42E7BB5}" dt="2026-09-14T07:51:58.501" v="450" actId="14100"/>
          <ac:spMkLst>
            <pc:docMk/>
            <pc:sldMk cId="196280423" sldId="256"/>
            <ac:spMk id="32" creationId="{3F5179EC-6683-43B1-A660-D4EFC82305B1}"/>
          </ac:spMkLst>
        </pc:spChg>
        <pc:spChg chg="add mod">
          <ac:chgData name="Shweta Gaikwad" userId="df57fac65b0382b9" providerId="LiveId" clId="{0BE60CCA-F894-4BE1-AE68-7828B42E7BB5}" dt="2026-09-14T08:06:54.812" v="666" actId="14100"/>
          <ac:spMkLst>
            <pc:docMk/>
            <pc:sldMk cId="196280423" sldId="256"/>
            <ac:spMk id="35" creationId="{7AAB3E4A-F944-8468-151C-E33298CD1D8E}"/>
          </ac:spMkLst>
        </pc:spChg>
        <pc:spChg chg="add mod">
          <ac:chgData name="Shweta Gaikwad" userId="df57fac65b0382b9" providerId="LiveId" clId="{0BE60CCA-F894-4BE1-AE68-7828B42E7BB5}" dt="2026-09-14T07:52:52.624" v="463" actId="14100"/>
          <ac:spMkLst>
            <pc:docMk/>
            <pc:sldMk cId="196280423" sldId="256"/>
            <ac:spMk id="52" creationId="{3B9F1668-792E-1A5A-7583-6484AF860C9F}"/>
          </ac:spMkLst>
        </pc:spChg>
        <pc:spChg chg="add mod">
          <ac:chgData name="Shweta Gaikwad" userId="df57fac65b0382b9" providerId="LiveId" clId="{0BE60CCA-F894-4BE1-AE68-7828B42E7BB5}" dt="2026-09-14T07:53:28.722" v="470" actId="14100"/>
          <ac:spMkLst>
            <pc:docMk/>
            <pc:sldMk cId="196280423" sldId="256"/>
            <ac:spMk id="56" creationId="{FE87AEC4-B590-0FC0-7F33-62A733A62409}"/>
          </ac:spMkLst>
        </pc:spChg>
        <pc:spChg chg="add mod">
          <ac:chgData name="Shweta Gaikwad" userId="df57fac65b0382b9" providerId="LiveId" clId="{0BE60CCA-F894-4BE1-AE68-7828B42E7BB5}" dt="2026-09-14T07:53:37.783" v="473" actId="14100"/>
          <ac:spMkLst>
            <pc:docMk/>
            <pc:sldMk cId="196280423" sldId="256"/>
            <ac:spMk id="60" creationId="{252D2211-9C7D-01BA-61FA-2C2A442AA78B}"/>
          </ac:spMkLst>
        </pc:spChg>
        <pc:spChg chg="add mod">
          <ac:chgData name="Shweta Gaikwad" userId="df57fac65b0382b9" providerId="LiveId" clId="{0BE60CCA-F894-4BE1-AE68-7828B42E7BB5}" dt="2026-09-14T07:54:17.046" v="478" actId="14100"/>
          <ac:spMkLst>
            <pc:docMk/>
            <pc:sldMk cId="196280423" sldId="256"/>
            <ac:spMk id="61" creationId="{70BA4514-0D31-24B8-CCCA-ECE972D88733}"/>
          </ac:spMkLst>
        </pc:spChg>
        <pc:spChg chg="add mod">
          <ac:chgData name="Shweta Gaikwad" userId="df57fac65b0382b9" providerId="LiveId" clId="{0BE60CCA-F894-4BE1-AE68-7828B42E7BB5}" dt="2026-09-14T07:50:41.505" v="438" actId="1076"/>
          <ac:spMkLst>
            <pc:docMk/>
            <pc:sldMk cId="196280423" sldId="256"/>
            <ac:spMk id="72" creationId="{976337F5-02BB-9980-36D0-544EF1572BB0}"/>
          </ac:spMkLst>
        </pc:spChg>
        <pc:spChg chg="add mod">
          <ac:chgData name="Shweta Gaikwad" userId="df57fac65b0382b9" providerId="LiveId" clId="{0BE60CCA-F894-4BE1-AE68-7828B42E7BB5}" dt="2026-09-14T08:00:27.477" v="542" actId="1076"/>
          <ac:spMkLst>
            <pc:docMk/>
            <pc:sldMk cId="196280423" sldId="256"/>
            <ac:spMk id="116" creationId="{7F66B379-803F-C4E5-1060-9AC5C951E1AD}"/>
          </ac:spMkLst>
        </pc:spChg>
        <pc:spChg chg="add mod">
          <ac:chgData name="Shweta Gaikwad" userId="df57fac65b0382b9" providerId="LiveId" clId="{0BE60CCA-F894-4BE1-AE68-7828B42E7BB5}" dt="2026-09-14T08:04:20.713" v="596" actId="20577"/>
          <ac:spMkLst>
            <pc:docMk/>
            <pc:sldMk cId="196280423" sldId="256"/>
            <ac:spMk id="119" creationId="{EEAA7F8E-E4B8-3611-711D-A0A2AAA76F91}"/>
          </ac:spMkLst>
        </pc:spChg>
        <pc:spChg chg="add mod">
          <ac:chgData name="Shweta Gaikwad" userId="df57fac65b0382b9" providerId="LiveId" clId="{0BE60CCA-F894-4BE1-AE68-7828B42E7BB5}" dt="2026-09-14T08:23:11.505" v="882" actId="1076"/>
          <ac:spMkLst>
            <pc:docMk/>
            <pc:sldMk cId="196280423" sldId="256"/>
            <ac:spMk id="124" creationId="{1266B8CF-39DB-644C-DEA8-374DAD338BAD}"/>
          </ac:spMkLst>
        </pc:spChg>
        <pc:spChg chg="add mod">
          <ac:chgData name="Shweta Gaikwad" userId="df57fac65b0382b9" providerId="LiveId" clId="{0BE60CCA-F894-4BE1-AE68-7828B42E7BB5}" dt="2026-09-14T08:22:55.671" v="880" actId="1076"/>
          <ac:spMkLst>
            <pc:docMk/>
            <pc:sldMk cId="196280423" sldId="256"/>
            <ac:spMk id="137" creationId="{D954DAF4-5CB8-7B61-B9B5-1945FDBD181B}"/>
          </ac:spMkLst>
        </pc:spChg>
        <pc:spChg chg="add mod">
          <ac:chgData name="Shweta Gaikwad" userId="df57fac65b0382b9" providerId="LiveId" clId="{0BE60CCA-F894-4BE1-AE68-7828B42E7BB5}" dt="2026-09-14T08:22:44.181" v="878" actId="1076"/>
          <ac:spMkLst>
            <pc:docMk/>
            <pc:sldMk cId="196280423" sldId="256"/>
            <ac:spMk id="143" creationId="{67B9586A-0F74-FB5D-9E58-B6C17B6FF1F5}"/>
          </ac:spMkLst>
        </pc:spChg>
        <pc:spChg chg="add mod">
          <ac:chgData name="Shweta Gaikwad" userId="df57fac65b0382b9" providerId="LiveId" clId="{0BE60CCA-F894-4BE1-AE68-7828B42E7BB5}" dt="2026-09-14T08:22:28.818" v="876" actId="1076"/>
          <ac:spMkLst>
            <pc:docMk/>
            <pc:sldMk cId="196280423" sldId="256"/>
            <ac:spMk id="146" creationId="{FC00DB11-5076-8644-4354-448091900EC0}"/>
          </ac:spMkLst>
        </pc:spChg>
        <pc:spChg chg="add del mod">
          <ac:chgData name="Shweta Gaikwad" userId="df57fac65b0382b9" providerId="LiveId" clId="{0BE60CCA-F894-4BE1-AE68-7828B42E7BB5}" dt="2026-09-14T08:07:58.309" v="695"/>
          <ac:spMkLst>
            <pc:docMk/>
            <pc:sldMk cId="196280423" sldId="256"/>
            <ac:spMk id="159" creationId="{C3A67EFD-EDFC-C409-D4C7-739B2E41CC01}"/>
          </ac:spMkLst>
        </pc:spChg>
        <pc:spChg chg="add mod">
          <ac:chgData name="Shweta Gaikwad" userId="df57fac65b0382b9" providerId="LiveId" clId="{0BE60CCA-F894-4BE1-AE68-7828B42E7BB5}" dt="2026-09-14T08:21:13.304" v="867" actId="1076"/>
          <ac:spMkLst>
            <pc:docMk/>
            <pc:sldMk cId="196280423" sldId="256"/>
            <ac:spMk id="162" creationId="{062941E6-B55D-4984-B8E2-0548C7C54AE1}"/>
          </ac:spMkLst>
        </pc:spChg>
        <pc:spChg chg="add mod">
          <ac:chgData name="Shweta Gaikwad" userId="df57fac65b0382b9" providerId="LiveId" clId="{0BE60CCA-F894-4BE1-AE68-7828B42E7BB5}" dt="2026-09-14T08:21:47.189" v="871" actId="1076"/>
          <ac:spMkLst>
            <pc:docMk/>
            <pc:sldMk cId="196280423" sldId="256"/>
            <ac:spMk id="165" creationId="{8FFA9950-5B99-BC18-5512-2328314479F5}"/>
          </ac:spMkLst>
        </pc:spChg>
        <pc:spChg chg="add mod">
          <ac:chgData name="Shweta Gaikwad" userId="df57fac65b0382b9" providerId="LiveId" clId="{0BE60CCA-F894-4BE1-AE68-7828B42E7BB5}" dt="2026-09-14T08:19:37.349" v="853" actId="1076"/>
          <ac:spMkLst>
            <pc:docMk/>
            <pc:sldMk cId="196280423" sldId="256"/>
            <ac:spMk id="166" creationId="{9CCD7ACF-2237-8359-A8DF-5EB95882894C}"/>
          </ac:spMkLst>
        </pc:spChg>
        <pc:spChg chg="add mod">
          <ac:chgData name="Shweta Gaikwad" userId="df57fac65b0382b9" providerId="LiveId" clId="{0BE60CCA-F894-4BE1-AE68-7828B42E7BB5}" dt="2026-09-14T08:19:39.848" v="854" actId="1076"/>
          <ac:spMkLst>
            <pc:docMk/>
            <pc:sldMk cId="196280423" sldId="256"/>
            <ac:spMk id="203" creationId="{742E9D85-0B6B-33C4-C61E-0E7B2F09C5A9}"/>
          </ac:spMkLst>
        </pc:spChg>
        <pc:spChg chg="add mod">
          <ac:chgData name="Shweta Gaikwad" userId="df57fac65b0382b9" providerId="LiveId" clId="{0BE60CCA-F894-4BE1-AE68-7828B42E7BB5}" dt="2026-09-14T08:24:11.590" v="909" actId="1076"/>
          <ac:spMkLst>
            <pc:docMk/>
            <pc:sldMk cId="196280423" sldId="256"/>
            <ac:spMk id="224" creationId="{757F2B2B-F3E9-F2F7-F10C-9D4FDD6AC2E6}"/>
          </ac:spMkLst>
        </pc:spChg>
        <pc:spChg chg="add mod">
          <ac:chgData name="Shweta Gaikwad" userId="df57fac65b0382b9" providerId="LiveId" clId="{0BE60CCA-F894-4BE1-AE68-7828B42E7BB5}" dt="2026-09-14T08:29:11.245" v="960" actId="1076"/>
          <ac:spMkLst>
            <pc:docMk/>
            <pc:sldMk cId="196280423" sldId="256"/>
            <ac:spMk id="229" creationId="{43ED6EA1-D9AC-EB88-99E3-5D923404904F}"/>
          </ac:spMkLst>
        </pc:spChg>
        <pc:spChg chg="add del mod">
          <ac:chgData name="Shweta Gaikwad" userId="df57fac65b0382b9" providerId="LiveId" clId="{0BE60CCA-F894-4BE1-AE68-7828B42E7BB5}" dt="2026-09-14T08:26:13.577" v="924"/>
          <ac:spMkLst>
            <pc:docMk/>
            <pc:sldMk cId="196280423" sldId="256"/>
            <ac:spMk id="230" creationId="{2EE06790-3CC3-4D75-CDD3-D390045D896E}"/>
          </ac:spMkLst>
        </pc:spChg>
        <pc:spChg chg="add mod">
          <ac:chgData name="Shweta Gaikwad" userId="df57fac65b0382b9" providerId="LiveId" clId="{0BE60CCA-F894-4BE1-AE68-7828B42E7BB5}" dt="2026-09-14T08:29:16.061" v="961" actId="1076"/>
          <ac:spMkLst>
            <pc:docMk/>
            <pc:sldMk cId="196280423" sldId="256"/>
            <ac:spMk id="232" creationId="{5DAF72A1-461C-AE5B-73DE-A2D0C4055733}"/>
          </ac:spMkLst>
        </pc:spChg>
        <pc:spChg chg="add mod">
          <ac:chgData name="Shweta Gaikwad" userId="df57fac65b0382b9" providerId="LiveId" clId="{0BE60CCA-F894-4BE1-AE68-7828B42E7BB5}" dt="2026-09-14T08:29:00.164" v="959" actId="1076"/>
          <ac:spMkLst>
            <pc:docMk/>
            <pc:sldMk cId="196280423" sldId="256"/>
            <ac:spMk id="233" creationId="{E07D5BF6-BEB3-B5AF-236A-6EA7698577EE}"/>
          </ac:spMkLst>
        </pc:spChg>
        <pc:spChg chg="add mod">
          <ac:chgData name="Shweta Gaikwad" userId="df57fac65b0382b9" providerId="LiveId" clId="{0BE60CCA-F894-4BE1-AE68-7828B42E7BB5}" dt="2026-09-14T08:28:54.077" v="958" actId="1076"/>
          <ac:spMkLst>
            <pc:docMk/>
            <pc:sldMk cId="196280423" sldId="256"/>
            <ac:spMk id="235" creationId="{8A0A0E0A-73A2-1F24-DA0D-FA95F718CEEF}"/>
          </ac:spMkLst>
        </pc:spChg>
        <pc:spChg chg="add mod">
          <ac:chgData name="Shweta Gaikwad" userId="df57fac65b0382b9" providerId="LiveId" clId="{0BE60CCA-F894-4BE1-AE68-7828B42E7BB5}" dt="2026-09-14T08:28:48.919" v="957" actId="1076"/>
          <ac:spMkLst>
            <pc:docMk/>
            <pc:sldMk cId="196280423" sldId="256"/>
            <ac:spMk id="237" creationId="{EC2E0DBA-9CCB-1F62-2CE6-8E186C413B48}"/>
          </ac:spMkLst>
        </pc:spChg>
        <pc:spChg chg="add mod">
          <ac:chgData name="Shweta Gaikwad" userId="df57fac65b0382b9" providerId="LiveId" clId="{0BE60CCA-F894-4BE1-AE68-7828B42E7BB5}" dt="2026-09-14T08:28:38.891" v="956" actId="1076"/>
          <ac:spMkLst>
            <pc:docMk/>
            <pc:sldMk cId="196280423" sldId="256"/>
            <ac:spMk id="239" creationId="{9EA5DEA2-8FC9-71E9-FE59-4071B547D79F}"/>
          </ac:spMkLst>
        </pc:spChg>
        <pc:spChg chg="add mod">
          <ac:chgData name="Shweta Gaikwad" userId="df57fac65b0382b9" providerId="LiveId" clId="{0BE60CCA-F894-4BE1-AE68-7828B42E7BB5}" dt="2026-09-14T08:28:32.776" v="955" actId="1076"/>
          <ac:spMkLst>
            <pc:docMk/>
            <pc:sldMk cId="196280423" sldId="256"/>
            <ac:spMk id="241" creationId="{075B715C-941C-EC8A-BB71-CF4FD5FA4458}"/>
          </ac:spMkLst>
        </pc:spChg>
        <pc:spChg chg="add mod">
          <ac:chgData name="Shweta Gaikwad" userId="df57fac65b0382b9" providerId="LiveId" clId="{0BE60CCA-F894-4BE1-AE68-7828B42E7BB5}" dt="2026-09-14T08:28:24.130" v="954" actId="1076"/>
          <ac:spMkLst>
            <pc:docMk/>
            <pc:sldMk cId="196280423" sldId="256"/>
            <ac:spMk id="243" creationId="{F4A0178A-912A-A5F0-0F3D-354437696D66}"/>
          </ac:spMkLst>
        </pc:spChg>
        <pc:spChg chg="add mod">
          <ac:chgData name="Shweta Gaikwad" userId="df57fac65b0382b9" providerId="LiveId" clId="{0BE60CCA-F894-4BE1-AE68-7828B42E7BB5}" dt="2026-09-14T08:28:18.474" v="953" actId="1076"/>
          <ac:spMkLst>
            <pc:docMk/>
            <pc:sldMk cId="196280423" sldId="256"/>
            <ac:spMk id="245" creationId="{FAA44367-EE99-D068-3BB1-7777B136AEE3}"/>
          </ac:spMkLst>
        </pc:spChg>
        <pc:spChg chg="add mod">
          <ac:chgData name="Shweta Gaikwad" userId="df57fac65b0382b9" providerId="LiveId" clId="{0BE60CCA-F894-4BE1-AE68-7828B42E7BB5}" dt="2026-09-14T08:28:12.029" v="952" actId="1076"/>
          <ac:spMkLst>
            <pc:docMk/>
            <pc:sldMk cId="196280423" sldId="256"/>
            <ac:spMk id="247" creationId="{DD084FA0-AD96-86FA-0DF9-30E80D64CDB7}"/>
          </ac:spMkLst>
        </pc:spChg>
        <pc:cxnChg chg="add mod">
          <ac:chgData name="Shweta Gaikwad" userId="df57fac65b0382b9" providerId="LiveId" clId="{0BE60CCA-F894-4BE1-AE68-7828B42E7BB5}" dt="2026-09-14T07:47:59.835" v="401" actId="1076"/>
          <ac:cxnSpMkLst>
            <pc:docMk/>
            <pc:sldMk cId="196280423" sldId="256"/>
            <ac:cxnSpMk id="8" creationId="{4F3B48E5-5189-D111-9030-32507939ABAF}"/>
          </ac:cxnSpMkLst>
        </pc:cxnChg>
        <pc:cxnChg chg="add mod">
          <ac:chgData name="Shweta Gaikwad" userId="df57fac65b0382b9" providerId="LiveId" clId="{0BE60CCA-F894-4BE1-AE68-7828B42E7BB5}" dt="2026-09-14T07:47:59.835" v="401" actId="1076"/>
          <ac:cxnSpMkLst>
            <pc:docMk/>
            <pc:sldMk cId="196280423" sldId="256"/>
            <ac:cxnSpMk id="10" creationId="{89510C6B-93D2-356C-91AC-EE3272BD9ADE}"/>
          </ac:cxnSpMkLst>
        </pc:cxnChg>
        <pc:cxnChg chg="add mod">
          <ac:chgData name="Shweta Gaikwad" userId="df57fac65b0382b9" providerId="LiveId" clId="{0BE60CCA-F894-4BE1-AE68-7828B42E7BB5}" dt="2026-09-14T07:48:10.637" v="402" actId="1076"/>
          <ac:cxnSpMkLst>
            <pc:docMk/>
            <pc:sldMk cId="196280423" sldId="256"/>
            <ac:cxnSpMk id="12" creationId="{141A0A14-E3C6-88B5-802E-F8FD84DF33D7}"/>
          </ac:cxnSpMkLst>
        </pc:cxnChg>
        <pc:cxnChg chg="add mod">
          <ac:chgData name="Shweta Gaikwad" userId="df57fac65b0382b9" providerId="LiveId" clId="{0BE60CCA-F894-4BE1-AE68-7828B42E7BB5}" dt="2026-09-14T07:48:10.637" v="402" actId="1076"/>
          <ac:cxnSpMkLst>
            <pc:docMk/>
            <pc:sldMk cId="196280423" sldId="256"/>
            <ac:cxnSpMk id="14" creationId="{BA3A0E44-6854-6CE6-5385-C958BAA7B20E}"/>
          </ac:cxnSpMkLst>
        </pc:cxnChg>
        <pc:cxnChg chg="add mod">
          <ac:chgData name="Shweta Gaikwad" userId="df57fac65b0382b9" providerId="LiveId" clId="{0BE60CCA-F894-4BE1-AE68-7828B42E7BB5}" dt="2026-09-14T07:57:24.284" v="493" actId="14100"/>
          <ac:cxnSpMkLst>
            <pc:docMk/>
            <pc:sldMk cId="196280423" sldId="256"/>
            <ac:cxnSpMk id="17" creationId="{6A057992-DF38-20DF-349C-B474500AD077}"/>
          </ac:cxnSpMkLst>
        </pc:cxnChg>
        <pc:cxnChg chg="add mod">
          <ac:chgData name="Shweta Gaikwad" userId="df57fac65b0382b9" providerId="LiveId" clId="{0BE60CCA-F894-4BE1-AE68-7828B42E7BB5}" dt="2026-09-14T07:48:18.447" v="403" actId="1076"/>
          <ac:cxnSpMkLst>
            <pc:docMk/>
            <pc:sldMk cId="196280423" sldId="256"/>
            <ac:cxnSpMk id="20" creationId="{DA7333BB-70B1-71EC-4491-F4284CDD7B27}"/>
          </ac:cxnSpMkLst>
        </pc:cxnChg>
        <pc:cxnChg chg="add del mod">
          <ac:chgData name="Shweta Gaikwad" userId="df57fac65b0382b9" providerId="LiveId" clId="{0BE60CCA-F894-4BE1-AE68-7828B42E7BB5}" dt="2026-09-14T07:49:47.555" v="417" actId="21"/>
          <ac:cxnSpMkLst>
            <pc:docMk/>
            <pc:sldMk cId="196280423" sldId="256"/>
            <ac:cxnSpMk id="22" creationId="{7AE84BC2-9F6E-56DB-9B27-ACC869BA0BD8}"/>
          </ac:cxnSpMkLst>
        </pc:cxnChg>
        <pc:cxnChg chg="add mod">
          <ac:chgData name="Shweta Gaikwad" userId="df57fac65b0382b9" providerId="LiveId" clId="{0BE60CCA-F894-4BE1-AE68-7828B42E7BB5}" dt="2026-09-14T07:50:46.013" v="439" actId="1076"/>
          <ac:cxnSpMkLst>
            <pc:docMk/>
            <pc:sldMk cId="196280423" sldId="256"/>
            <ac:cxnSpMk id="26" creationId="{95CDC196-76A1-66CE-C2E7-2A75B4BF3539}"/>
          </ac:cxnSpMkLst>
        </pc:cxnChg>
        <pc:cxnChg chg="add mod">
          <ac:chgData name="Shweta Gaikwad" userId="df57fac65b0382b9" providerId="LiveId" clId="{0BE60CCA-F894-4BE1-AE68-7828B42E7BB5}" dt="2026-09-14T07:50:57.539" v="441" actId="1076"/>
          <ac:cxnSpMkLst>
            <pc:docMk/>
            <pc:sldMk cId="196280423" sldId="256"/>
            <ac:cxnSpMk id="34" creationId="{0A5809AB-B126-CF00-84B6-B9B51448A123}"/>
          </ac:cxnSpMkLst>
        </pc:cxnChg>
        <pc:cxnChg chg="add mod">
          <ac:chgData name="Shweta Gaikwad" userId="df57fac65b0382b9" providerId="LiveId" clId="{0BE60CCA-F894-4BE1-AE68-7828B42E7BB5}" dt="2026-09-14T07:51:16.050" v="444" actId="14100"/>
          <ac:cxnSpMkLst>
            <pc:docMk/>
            <pc:sldMk cId="196280423" sldId="256"/>
            <ac:cxnSpMk id="42" creationId="{86B516B4-8FF8-28E2-8D11-FDCBD8B1027D}"/>
          </ac:cxnSpMkLst>
        </pc:cxnChg>
        <pc:cxnChg chg="add mod">
          <ac:chgData name="Shweta Gaikwad" userId="df57fac65b0382b9" providerId="LiveId" clId="{0BE60CCA-F894-4BE1-AE68-7828B42E7BB5}" dt="2026-09-14T08:06:54.812" v="666" actId="14100"/>
          <ac:cxnSpMkLst>
            <pc:docMk/>
            <pc:sldMk cId="196280423" sldId="256"/>
            <ac:cxnSpMk id="45" creationId="{CFD64FCF-9692-8FD7-BF31-8F4385D78312}"/>
          </ac:cxnSpMkLst>
        </pc:cxnChg>
        <pc:cxnChg chg="add del mod">
          <ac:chgData name="Shweta Gaikwad" userId="df57fac65b0382b9" providerId="LiveId" clId="{0BE60CCA-F894-4BE1-AE68-7828B42E7BB5}" dt="2026-09-14T07:52:28.338" v="458" actId="21"/>
          <ac:cxnSpMkLst>
            <pc:docMk/>
            <pc:sldMk cId="196280423" sldId="256"/>
            <ac:cxnSpMk id="51" creationId="{898D986F-CD29-63EA-4F5B-0E7445E67A59}"/>
          </ac:cxnSpMkLst>
        </pc:cxnChg>
        <pc:cxnChg chg="add mod">
          <ac:chgData name="Shweta Gaikwad" userId="df57fac65b0382b9" providerId="LiveId" clId="{0BE60CCA-F894-4BE1-AE68-7828B42E7BB5}" dt="2026-09-14T07:53:04.705" v="465" actId="1076"/>
          <ac:cxnSpMkLst>
            <pc:docMk/>
            <pc:sldMk cId="196280423" sldId="256"/>
            <ac:cxnSpMk id="54" creationId="{BA1DC32C-7CD3-1B1B-B425-1303085AF7AF}"/>
          </ac:cxnSpMkLst>
        </pc:cxnChg>
        <pc:cxnChg chg="add mod">
          <ac:chgData name="Shweta Gaikwad" userId="df57fac65b0382b9" providerId="LiveId" clId="{0BE60CCA-F894-4BE1-AE68-7828B42E7BB5}" dt="2026-09-14T07:54:05.986" v="476" actId="14100"/>
          <ac:cxnSpMkLst>
            <pc:docMk/>
            <pc:sldMk cId="196280423" sldId="256"/>
            <ac:cxnSpMk id="58" creationId="{8D063666-2FBF-E593-3214-FA2652F8B37E}"/>
          </ac:cxnSpMkLst>
        </pc:cxnChg>
        <pc:cxnChg chg="add mod">
          <ac:chgData name="Shweta Gaikwad" userId="df57fac65b0382b9" providerId="LiveId" clId="{0BE60CCA-F894-4BE1-AE68-7828B42E7BB5}" dt="2026-09-14T07:54:17.046" v="478" actId="14100"/>
          <ac:cxnSpMkLst>
            <pc:docMk/>
            <pc:sldMk cId="196280423" sldId="256"/>
            <ac:cxnSpMk id="63" creationId="{4554C10D-9308-03F4-DCF9-58F447AB3818}"/>
          </ac:cxnSpMkLst>
        </pc:cxnChg>
        <pc:cxnChg chg="add mod">
          <ac:chgData name="Shweta Gaikwad" userId="df57fac65b0382b9" providerId="LiveId" clId="{0BE60CCA-F894-4BE1-AE68-7828B42E7BB5}" dt="2026-09-14T08:06:54.812" v="666" actId="14100"/>
          <ac:cxnSpMkLst>
            <pc:docMk/>
            <pc:sldMk cId="196280423" sldId="256"/>
            <ac:cxnSpMk id="90" creationId="{EDE3CAA8-4943-590D-597B-C08DD9787B96}"/>
          </ac:cxnSpMkLst>
        </pc:cxnChg>
        <pc:cxnChg chg="add mod">
          <ac:chgData name="Shweta Gaikwad" userId="df57fac65b0382b9" providerId="LiveId" clId="{0BE60CCA-F894-4BE1-AE68-7828B42E7BB5}" dt="2026-09-14T07:55:16.090" v="483" actId="13822"/>
          <ac:cxnSpMkLst>
            <pc:docMk/>
            <pc:sldMk cId="196280423" sldId="256"/>
            <ac:cxnSpMk id="105" creationId="{AAA1E959-0387-113D-9A51-5D603360D0C5}"/>
          </ac:cxnSpMkLst>
        </pc:cxnChg>
        <pc:cxnChg chg="add mod">
          <ac:chgData name="Shweta Gaikwad" userId="df57fac65b0382b9" providerId="LiveId" clId="{0BE60CCA-F894-4BE1-AE68-7828B42E7BB5}" dt="2026-09-14T07:56:11.327" v="488" actId="14100"/>
          <ac:cxnSpMkLst>
            <pc:docMk/>
            <pc:sldMk cId="196280423" sldId="256"/>
            <ac:cxnSpMk id="107" creationId="{34A54BDE-F2A1-016C-1225-CE9680DAE693}"/>
          </ac:cxnSpMkLst>
        </pc:cxnChg>
        <pc:cxnChg chg="add mod">
          <ac:chgData name="Shweta Gaikwad" userId="df57fac65b0382b9" providerId="LiveId" clId="{0BE60CCA-F894-4BE1-AE68-7828B42E7BB5}" dt="2026-09-14T07:56:22.137" v="490" actId="13822"/>
          <ac:cxnSpMkLst>
            <pc:docMk/>
            <pc:sldMk cId="196280423" sldId="256"/>
            <ac:cxnSpMk id="109" creationId="{C013F217-2B9B-FBCF-0A8E-78BEDD6DF0FD}"/>
          </ac:cxnSpMkLst>
        </pc:cxnChg>
        <pc:cxnChg chg="add mod">
          <ac:chgData name="Shweta Gaikwad" userId="df57fac65b0382b9" providerId="LiveId" clId="{0BE60CCA-F894-4BE1-AE68-7828B42E7BB5}" dt="2026-09-14T07:56:38.546" v="492" actId="13822"/>
          <ac:cxnSpMkLst>
            <pc:docMk/>
            <pc:sldMk cId="196280423" sldId="256"/>
            <ac:cxnSpMk id="114" creationId="{72D34ABD-7DAE-DAD7-1511-89CC5E4EE4D8}"/>
          </ac:cxnSpMkLst>
        </pc:cxnChg>
        <pc:cxnChg chg="add mod">
          <ac:chgData name="Shweta Gaikwad" userId="df57fac65b0382b9" providerId="LiveId" clId="{0BE60CCA-F894-4BE1-AE68-7828B42E7BB5}" dt="2026-09-14T08:00:23.516" v="541" actId="14100"/>
          <ac:cxnSpMkLst>
            <pc:docMk/>
            <pc:sldMk cId="196280423" sldId="256"/>
            <ac:cxnSpMk id="118" creationId="{6CA6D6CC-9AD1-64B8-F391-C887728C418E}"/>
          </ac:cxnSpMkLst>
        </pc:cxnChg>
        <pc:cxnChg chg="add mod">
          <ac:chgData name="Shweta Gaikwad" userId="df57fac65b0382b9" providerId="LiveId" clId="{0BE60CCA-F894-4BE1-AE68-7828B42E7BB5}" dt="2026-09-14T08:00:35.976" v="543" actId="14100"/>
          <ac:cxnSpMkLst>
            <pc:docMk/>
            <pc:sldMk cId="196280423" sldId="256"/>
            <ac:cxnSpMk id="121" creationId="{B076E1C9-FB39-B11B-66FD-3E97E483D372}"/>
          </ac:cxnSpMkLst>
        </pc:cxnChg>
        <pc:cxnChg chg="add mod">
          <ac:chgData name="Shweta Gaikwad" userId="df57fac65b0382b9" providerId="LiveId" clId="{0BE60CCA-F894-4BE1-AE68-7828B42E7BB5}" dt="2026-09-14T08:23:22.153" v="883" actId="14100"/>
          <ac:cxnSpMkLst>
            <pc:docMk/>
            <pc:sldMk cId="196280423" sldId="256"/>
            <ac:cxnSpMk id="126" creationId="{B7ED6AE7-83D6-B6FB-E355-F4CCD62F996F}"/>
          </ac:cxnSpMkLst>
        </pc:cxnChg>
        <pc:cxnChg chg="add mod">
          <ac:chgData name="Shweta Gaikwad" userId="df57fac65b0382b9" providerId="LiveId" clId="{0BE60CCA-F894-4BE1-AE68-7828B42E7BB5}" dt="2026-09-14T08:23:00.862" v="881" actId="14100"/>
          <ac:cxnSpMkLst>
            <pc:docMk/>
            <pc:sldMk cId="196280423" sldId="256"/>
            <ac:cxnSpMk id="139" creationId="{D3C090CB-0052-B31F-B949-B22D08EB59B9}"/>
          </ac:cxnSpMkLst>
        </pc:cxnChg>
        <pc:cxnChg chg="add mod">
          <ac:chgData name="Shweta Gaikwad" userId="df57fac65b0382b9" providerId="LiveId" clId="{0BE60CCA-F894-4BE1-AE68-7828B42E7BB5}" dt="2026-09-14T08:06:09.602" v="658" actId="1076"/>
          <ac:cxnSpMkLst>
            <pc:docMk/>
            <pc:sldMk cId="196280423" sldId="256"/>
            <ac:cxnSpMk id="145" creationId="{EE80031D-2BBB-FAE4-DEBE-8EAC388B7A73}"/>
          </ac:cxnSpMkLst>
        </pc:cxnChg>
        <pc:cxnChg chg="add mod">
          <ac:chgData name="Shweta Gaikwad" userId="df57fac65b0382b9" providerId="LiveId" clId="{0BE60CCA-F894-4BE1-AE68-7828B42E7BB5}" dt="2026-09-14T08:22:09.912" v="873" actId="14100"/>
          <ac:cxnSpMkLst>
            <pc:docMk/>
            <pc:sldMk cId="196280423" sldId="256"/>
            <ac:cxnSpMk id="148" creationId="{F82F7048-E28B-5E06-2E58-02A3ABBDA0C9}"/>
          </ac:cxnSpMkLst>
        </pc:cxnChg>
        <pc:cxnChg chg="add mod">
          <ac:chgData name="Shweta Gaikwad" userId="df57fac65b0382b9" providerId="LiveId" clId="{0BE60CCA-F894-4BE1-AE68-7828B42E7BB5}" dt="2026-09-14T08:08:22.074" v="697" actId="13822"/>
          <ac:cxnSpMkLst>
            <pc:docMk/>
            <pc:sldMk cId="196280423" sldId="256"/>
            <ac:cxnSpMk id="161" creationId="{FA05B2F1-F051-117C-E0ED-06BBD2C3F0D7}"/>
          </ac:cxnSpMkLst>
        </pc:cxnChg>
        <pc:cxnChg chg="add mod">
          <ac:chgData name="Shweta Gaikwad" userId="df57fac65b0382b9" providerId="LiveId" clId="{0BE60CCA-F894-4BE1-AE68-7828B42E7BB5}" dt="2026-09-14T08:20:58.136" v="866" actId="14100"/>
          <ac:cxnSpMkLst>
            <pc:docMk/>
            <pc:sldMk cId="196280423" sldId="256"/>
            <ac:cxnSpMk id="164" creationId="{281C8675-84CE-286D-9744-F060591D0648}"/>
          </ac:cxnSpMkLst>
        </pc:cxnChg>
        <pc:cxnChg chg="add mod">
          <ac:chgData name="Shweta Gaikwad" userId="df57fac65b0382b9" providerId="LiveId" clId="{0BE60CCA-F894-4BE1-AE68-7828B42E7BB5}" dt="2026-09-14T08:19:51.835" v="856" actId="1076"/>
          <ac:cxnSpMkLst>
            <pc:docMk/>
            <pc:sldMk cId="196280423" sldId="256"/>
            <ac:cxnSpMk id="168" creationId="{9BD256CA-C0C5-2907-CB68-C60B9F668D53}"/>
          </ac:cxnSpMkLst>
        </pc:cxnChg>
        <pc:cxnChg chg="add mod">
          <ac:chgData name="Shweta Gaikwad" userId="df57fac65b0382b9" providerId="LiveId" clId="{0BE60CCA-F894-4BE1-AE68-7828B42E7BB5}" dt="2026-09-14T08:14:22.293" v="810" actId="1076"/>
          <ac:cxnSpMkLst>
            <pc:docMk/>
            <pc:sldMk cId="196280423" sldId="256"/>
            <ac:cxnSpMk id="170" creationId="{45077BF0-3B94-5EA1-6116-5CAA777257ED}"/>
          </ac:cxnSpMkLst>
        </pc:cxnChg>
        <pc:cxnChg chg="add mod">
          <ac:chgData name="Shweta Gaikwad" userId="df57fac65b0382b9" providerId="LiveId" clId="{0BE60CCA-F894-4BE1-AE68-7828B42E7BB5}" dt="2026-09-14T08:14:38.120" v="812" actId="13822"/>
          <ac:cxnSpMkLst>
            <pc:docMk/>
            <pc:sldMk cId="196280423" sldId="256"/>
            <ac:cxnSpMk id="174" creationId="{0F0B2592-BFD1-266F-48F1-32D58B570AD2}"/>
          </ac:cxnSpMkLst>
        </pc:cxnChg>
        <pc:cxnChg chg="add mod">
          <ac:chgData name="Shweta Gaikwad" userId="df57fac65b0382b9" providerId="LiveId" clId="{0BE60CCA-F894-4BE1-AE68-7828B42E7BB5}" dt="2026-09-14T08:14:51.345" v="814" actId="13822"/>
          <ac:cxnSpMkLst>
            <pc:docMk/>
            <pc:sldMk cId="196280423" sldId="256"/>
            <ac:cxnSpMk id="176" creationId="{90197A13-845C-DA7D-0822-0BBEB897AC23}"/>
          </ac:cxnSpMkLst>
        </pc:cxnChg>
        <pc:cxnChg chg="add mod">
          <ac:chgData name="Shweta Gaikwad" userId="df57fac65b0382b9" providerId="LiveId" clId="{0BE60CCA-F894-4BE1-AE68-7828B42E7BB5}" dt="2026-09-14T08:15:05.950" v="816" actId="13822"/>
          <ac:cxnSpMkLst>
            <pc:docMk/>
            <pc:sldMk cId="196280423" sldId="256"/>
            <ac:cxnSpMk id="178" creationId="{BA7E4144-407F-69BB-E2C7-B7FF6C4FBFB8}"/>
          </ac:cxnSpMkLst>
        </pc:cxnChg>
        <pc:cxnChg chg="add mod">
          <ac:chgData name="Shweta Gaikwad" userId="df57fac65b0382b9" providerId="LiveId" clId="{0BE60CCA-F894-4BE1-AE68-7828B42E7BB5}" dt="2026-09-14T08:23:11.505" v="882" actId="1076"/>
          <ac:cxnSpMkLst>
            <pc:docMk/>
            <pc:sldMk cId="196280423" sldId="256"/>
            <ac:cxnSpMk id="180" creationId="{A73C3ABB-1DB8-56A7-BB95-60D0C11E4909}"/>
          </ac:cxnSpMkLst>
        </pc:cxnChg>
        <pc:cxnChg chg="add mod">
          <ac:chgData name="Shweta Gaikwad" userId="df57fac65b0382b9" providerId="LiveId" clId="{0BE60CCA-F894-4BE1-AE68-7828B42E7BB5}" dt="2026-09-14T08:22:55.671" v="880" actId="1076"/>
          <ac:cxnSpMkLst>
            <pc:docMk/>
            <pc:sldMk cId="196280423" sldId="256"/>
            <ac:cxnSpMk id="182" creationId="{FBF7CD3F-0287-4D12-2AA9-886BFC6C529E}"/>
          </ac:cxnSpMkLst>
        </pc:cxnChg>
        <pc:cxnChg chg="add mod">
          <ac:chgData name="Shweta Gaikwad" userId="df57fac65b0382b9" providerId="LiveId" clId="{0BE60CCA-F894-4BE1-AE68-7828B42E7BB5}" dt="2026-09-14T08:22:47.282" v="879" actId="14100"/>
          <ac:cxnSpMkLst>
            <pc:docMk/>
            <pc:sldMk cId="196280423" sldId="256"/>
            <ac:cxnSpMk id="184" creationId="{4EB8A93D-DE4E-B308-5063-96EEF38E1294}"/>
          </ac:cxnSpMkLst>
        </pc:cxnChg>
        <pc:cxnChg chg="add mod">
          <ac:chgData name="Shweta Gaikwad" userId="df57fac65b0382b9" providerId="LiveId" clId="{0BE60CCA-F894-4BE1-AE68-7828B42E7BB5}" dt="2026-09-14T08:22:33.081" v="877" actId="14100"/>
          <ac:cxnSpMkLst>
            <pc:docMk/>
            <pc:sldMk cId="196280423" sldId="256"/>
            <ac:cxnSpMk id="187" creationId="{CAAB9658-6563-391D-BB2E-722960F3162E}"/>
          </ac:cxnSpMkLst>
        </pc:cxnChg>
        <pc:cxnChg chg="add mod">
          <ac:chgData name="Shweta Gaikwad" userId="df57fac65b0382b9" providerId="LiveId" clId="{0BE60CCA-F894-4BE1-AE68-7828B42E7BB5}" dt="2026-09-14T08:21:21.015" v="868" actId="14100"/>
          <ac:cxnSpMkLst>
            <pc:docMk/>
            <pc:sldMk cId="196280423" sldId="256"/>
            <ac:cxnSpMk id="190" creationId="{C100A3AA-D06F-57BE-E14C-BF3341C44AD8}"/>
          </ac:cxnSpMkLst>
        </pc:cxnChg>
        <pc:cxnChg chg="add mod">
          <ac:chgData name="Shweta Gaikwad" userId="df57fac65b0382b9" providerId="LiveId" clId="{0BE60CCA-F894-4BE1-AE68-7828B42E7BB5}" dt="2026-09-14T08:21:47.189" v="871" actId="1076"/>
          <ac:cxnSpMkLst>
            <pc:docMk/>
            <pc:sldMk cId="196280423" sldId="256"/>
            <ac:cxnSpMk id="193" creationId="{81094647-983C-8C6C-0BC0-6F53BDE0DB3D}"/>
          </ac:cxnSpMkLst>
        </pc:cxnChg>
        <pc:cxnChg chg="add del mod">
          <ac:chgData name="Shweta Gaikwad" userId="df57fac65b0382b9" providerId="LiveId" clId="{0BE60CCA-F894-4BE1-AE68-7828B42E7BB5}" dt="2026-09-14T08:20:09.992" v="860" actId="21"/>
          <ac:cxnSpMkLst>
            <pc:docMk/>
            <pc:sldMk cId="196280423" sldId="256"/>
            <ac:cxnSpMk id="195" creationId="{67EB58EB-5A88-C2B9-12E0-79C820BBD4F8}"/>
          </ac:cxnSpMkLst>
        </pc:cxnChg>
        <pc:cxnChg chg="add mod">
          <ac:chgData name="Shweta Gaikwad" userId="df57fac65b0382b9" providerId="LiveId" clId="{0BE60CCA-F894-4BE1-AE68-7828B42E7BB5}" dt="2026-09-14T08:20:18.328" v="861" actId="14100"/>
          <ac:cxnSpMkLst>
            <pc:docMk/>
            <pc:sldMk cId="196280423" sldId="256"/>
            <ac:cxnSpMk id="198" creationId="{F2E4F7E5-92E8-4447-BB40-AF8DC136673B}"/>
          </ac:cxnSpMkLst>
        </pc:cxnChg>
        <pc:cxnChg chg="add mod">
          <ac:chgData name="Shweta Gaikwad" userId="df57fac65b0382b9" providerId="LiveId" clId="{0BE60CCA-F894-4BE1-AE68-7828B42E7BB5}" dt="2026-09-14T08:19:33.659" v="852" actId="1076"/>
          <ac:cxnSpMkLst>
            <pc:docMk/>
            <pc:sldMk cId="196280423" sldId="256"/>
            <ac:cxnSpMk id="202" creationId="{B1C9C54D-2D89-9A90-E835-F092538244AB}"/>
          </ac:cxnSpMkLst>
        </pc:cxnChg>
        <pc:cxnChg chg="add mod">
          <ac:chgData name="Shweta Gaikwad" userId="df57fac65b0382b9" providerId="LiveId" clId="{0BE60CCA-F894-4BE1-AE68-7828B42E7BB5}" dt="2026-09-14T08:21:47.189" v="871" actId="1076"/>
          <ac:cxnSpMkLst>
            <pc:docMk/>
            <pc:sldMk cId="196280423" sldId="256"/>
            <ac:cxnSpMk id="213" creationId="{DAFC999C-26EA-94D6-311A-63BDDFD37227}"/>
          </ac:cxnSpMkLst>
        </pc:cxnChg>
        <pc:cxnChg chg="add mod">
          <ac:chgData name="Shweta Gaikwad" userId="df57fac65b0382b9" providerId="LiveId" clId="{0BE60CCA-F894-4BE1-AE68-7828B42E7BB5}" dt="2026-09-14T08:24:21.465" v="911" actId="13822"/>
          <ac:cxnSpMkLst>
            <pc:docMk/>
            <pc:sldMk cId="196280423" sldId="256"/>
            <ac:cxnSpMk id="226" creationId="{2D932D09-57EB-4AF6-6F1B-83498E29CB23}"/>
          </ac:cxnSpMkLst>
        </pc:cxnChg>
        <pc:cxnChg chg="add mod">
          <ac:chgData name="Shweta Gaikwad" userId="df57fac65b0382b9" providerId="LiveId" clId="{0BE60CCA-F894-4BE1-AE68-7828B42E7BB5}" dt="2026-09-14T08:25:11.251" v="913" actId="13822"/>
          <ac:cxnSpMkLst>
            <pc:docMk/>
            <pc:sldMk cId="196280423" sldId="256"/>
            <ac:cxnSpMk id="228" creationId="{C0AC3FF1-39FC-90D2-689C-92CF8966AB2C}"/>
          </ac:cxnSpMkLst>
        </pc:cxnChg>
        <pc:cxnChg chg="add del mod">
          <ac:chgData name="Shweta Gaikwad" userId="df57fac65b0382b9" providerId="LiveId" clId="{0BE60CCA-F894-4BE1-AE68-7828B42E7BB5}" dt="2026-09-14T08:26:17.707" v="925" actId="478"/>
          <ac:cxnSpMkLst>
            <pc:docMk/>
            <pc:sldMk cId="196280423" sldId="256"/>
            <ac:cxnSpMk id="231" creationId="{67EB58EB-5A88-C2B9-12E0-79C820BBD4F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66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17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11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9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8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74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46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57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7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891F4-1230-489D-A9CB-EF72E1ADE40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C523C-34AA-4B35-9E6D-7D50887931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7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DEB578B-2615-8428-BCAC-11B81BC7EA09}"/>
              </a:ext>
            </a:extLst>
          </p:cNvPr>
          <p:cNvSpPr/>
          <p:nvPr/>
        </p:nvSpPr>
        <p:spPr>
          <a:xfrm>
            <a:off x="1169371" y="34391"/>
            <a:ext cx="2215661" cy="4044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1C017AEC-0939-37C4-ABBC-EBA129D3EA9D}"/>
              </a:ext>
            </a:extLst>
          </p:cNvPr>
          <p:cNvSpPr/>
          <p:nvPr/>
        </p:nvSpPr>
        <p:spPr>
          <a:xfrm>
            <a:off x="729755" y="672946"/>
            <a:ext cx="3094892" cy="553916"/>
          </a:xfrm>
          <a:prstGeom prst="flowChartInputOutp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Main Menu (1-10)</a:t>
            </a:r>
            <a:endParaRPr lang="en-IN" dirty="0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C0220D88-3C35-D8DD-E872-F3A5A83F2A64}"/>
              </a:ext>
            </a:extLst>
          </p:cNvPr>
          <p:cNvSpPr/>
          <p:nvPr/>
        </p:nvSpPr>
        <p:spPr>
          <a:xfrm>
            <a:off x="624241" y="1989440"/>
            <a:ext cx="3358664" cy="527562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1.Add Expense</a:t>
            </a:r>
            <a:endParaRPr lang="en-IN" dirty="0"/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705B44E1-5C6D-C740-A89D-56CDF5A8BED4}"/>
              </a:ext>
            </a:extLst>
          </p:cNvPr>
          <p:cNvSpPr/>
          <p:nvPr/>
        </p:nvSpPr>
        <p:spPr>
          <a:xfrm>
            <a:off x="509948" y="1407102"/>
            <a:ext cx="3534506" cy="422034"/>
          </a:xfrm>
          <a:prstGeom prst="flowChartInputOutp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 Choice (1-10)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3B48E5-5189-D111-9030-32507939ABAF}"/>
              </a:ext>
            </a:extLst>
          </p:cNvPr>
          <p:cNvCxnSpPr>
            <a:stCxn id="2" idx="4"/>
            <a:endCxn id="3" idx="1"/>
          </p:cNvCxnSpPr>
          <p:nvPr/>
        </p:nvCxnSpPr>
        <p:spPr>
          <a:xfrm flipH="1">
            <a:off x="2277201" y="438838"/>
            <a:ext cx="1" cy="234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510C6B-93D2-356C-91AC-EE3272BD9ADE}"/>
              </a:ext>
            </a:extLst>
          </p:cNvPr>
          <p:cNvCxnSpPr>
            <a:stCxn id="3" idx="4"/>
          </p:cNvCxnSpPr>
          <p:nvPr/>
        </p:nvCxnSpPr>
        <p:spPr>
          <a:xfrm>
            <a:off x="2277201" y="1226862"/>
            <a:ext cx="0" cy="180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1A0A14-E3C6-88B5-802E-F8FD84DF33D7}"/>
              </a:ext>
            </a:extLst>
          </p:cNvPr>
          <p:cNvCxnSpPr>
            <a:stCxn id="6" idx="4"/>
          </p:cNvCxnSpPr>
          <p:nvPr/>
        </p:nvCxnSpPr>
        <p:spPr>
          <a:xfrm flipH="1">
            <a:off x="2277200" y="1829136"/>
            <a:ext cx="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3A0E44-6854-6CE6-5385-C958BAA7B20E}"/>
              </a:ext>
            </a:extLst>
          </p:cNvPr>
          <p:cNvCxnSpPr>
            <a:stCxn id="6" idx="4"/>
            <a:endCxn id="6" idx="4"/>
          </p:cNvCxnSpPr>
          <p:nvPr/>
        </p:nvCxnSpPr>
        <p:spPr>
          <a:xfrm>
            <a:off x="2277201" y="182913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057992-DF38-20DF-349C-B474500AD077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2277201" y="1829136"/>
            <a:ext cx="26372" cy="160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7333BB-70B1-71EC-4491-F4284CDD7B2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303573" y="2517002"/>
            <a:ext cx="0" cy="224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CDC196-76A1-66CE-C2E7-2A75B4BF3539}"/>
              </a:ext>
            </a:extLst>
          </p:cNvPr>
          <p:cNvCxnSpPr>
            <a:cxnSpLocks/>
          </p:cNvCxnSpPr>
          <p:nvPr/>
        </p:nvCxnSpPr>
        <p:spPr>
          <a:xfrm flipH="1">
            <a:off x="2325555" y="3430549"/>
            <a:ext cx="1" cy="175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Flowchart: Decision 29">
            <a:extLst>
              <a:ext uri="{FF2B5EF4-FFF2-40B4-BE49-F238E27FC236}">
                <a16:creationId xmlns:a16="http://schemas.microsoft.com/office/drawing/2014/main" id="{37C3CC36-BC8C-67EC-4230-A7080D4B14A9}"/>
              </a:ext>
            </a:extLst>
          </p:cNvPr>
          <p:cNvSpPr/>
          <p:nvPr/>
        </p:nvSpPr>
        <p:spPr>
          <a:xfrm>
            <a:off x="567100" y="3614597"/>
            <a:ext cx="3358649" cy="707802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3.Calculate Total</a:t>
            </a:r>
            <a:endParaRPr lang="en-IN" dirty="0"/>
          </a:p>
        </p:txBody>
      </p:sp>
      <p:sp>
        <p:nvSpPr>
          <p:cNvPr id="31" name="Flowchart: Decision 30">
            <a:extLst>
              <a:ext uri="{FF2B5EF4-FFF2-40B4-BE49-F238E27FC236}">
                <a16:creationId xmlns:a16="http://schemas.microsoft.com/office/drawing/2014/main" id="{FD4C2FAB-31DF-A1F3-F3EB-0F3B6C5E9599}"/>
              </a:ext>
            </a:extLst>
          </p:cNvPr>
          <p:cNvSpPr/>
          <p:nvPr/>
        </p:nvSpPr>
        <p:spPr>
          <a:xfrm>
            <a:off x="611054" y="4490710"/>
            <a:ext cx="3314696" cy="707802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4.Search By Category</a:t>
            </a:r>
            <a:endParaRPr lang="en-IN" dirty="0"/>
          </a:p>
        </p:txBody>
      </p: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3F5179EC-6683-43B1-A660-D4EFC82305B1}"/>
              </a:ext>
            </a:extLst>
          </p:cNvPr>
          <p:cNvSpPr/>
          <p:nvPr/>
        </p:nvSpPr>
        <p:spPr>
          <a:xfrm>
            <a:off x="567099" y="5452729"/>
            <a:ext cx="3415806" cy="599299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5.Highest &amp; Lowest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5809AB-B126-CF00-84B6-B9B51448A123}"/>
              </a:ext>
            </a:extLst>
          </p:cNvPr>
          <p:cNvCxnSpPr/>
          <p:nvPr/>
        </p:nvCxnSpPr>
        <p:spPr>
          <a:xfrm>
            <a:off x="2290386" y="4322399"/>
            <a:ext cx="0" cy="164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7AAB3E4A-F944-8468-151C-E33298CD1D8E}"/>
              </a:ext>
            </a:extLst>
          </p:cNvPr>
          <p:cNvSpPr/>
          <p:nvPr/>
        </p:nvSpPr>
        <p:spPr>
          <a:xfrm>
            <a:off x="690170" y="6213055"/>
            <a:ext cx="3235579" cy="63949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6.Daily Summary</a:t>
            </a:r>
            <a:endParaRPr lang="en-IN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516B4-8FF8-28E2-8D11-FDCBD8B1027D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2268402" y="5198512"/>
            <a:ext cx="8797" cy="229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FD64FCF-9692-8FD7-BF31-8F4385D78312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>
            <a:off x="2275002" y="6052028"/>
            <a:ext cx="32958" cy="161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3B9F1668-792E-1A5A-7583-6484AF860C9F}"/>
              </a:ext>
            </a:extLst>
          </p:cNvPr>
          <p:cNvSpPr/>
          <p:nvPr/>
        </p:nvSpPr>
        <p:spPr>
          <a:xfrm>
            <a:off x="509946" y="7079548"/>
            <a:ext cx="3534507" cy="63949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7.Monthly Summary</a:t>
            </a:r>
            <a:endParaRPr lang="en-IN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1DC32C-7CD3-1B1B-B425-1303085AF7AF}"/>
              </a:ext>
            </a:extLst>
          </p:cNvPr>
          <p:cNvCxnSpPr>
            <a:cxnSpLocks/>
          </p:cNvCxnSpPr>
          <p:nvPr/>
        </p:nvCxnSpPr>
        <p:spPr>
          <a:xfrm>
            <a:off x="2356302" y="7719042"/>
            <a:ext cx="0" cy="19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Flowchart: Decision 55">
            <a:extLst>
              <a:ext uri="{FF2B5EF4-FFF2-40B4-BE49-F238E27FC236}">
                <a16:creationId xmlns:a16="http://schemas.microsoft.com/office/drawing/2014/main" id="{FE87AEC4-B590-0FC0-7F33-62A733A62409}"/>
              </a:ext>
            </a:extLst>
          </p:cNvPr>
          <p:cNvSpPr/>
          <p:nvPr/>
        </p:nvSpPr>
        <p:spPr>
          <a:xfrm>
            <a:off x="509946" y="7900065"/>
            <a:ext cx="3534506" cy="63949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8.Save to Text File</a:t>
            </a:r>
            <a:endParaRPr lang="en-IN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D063666-2FBF-E593-3214-FA2652F8B37E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2277199" y="8539559"/>
            <a:ext cx="0" cy="229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252D2211-9C7D-01BA-61FA-2C2A442AA78B}"/>
              </a:ext>
            </a:extLst>
          </p:cNvPr>
          <p:cNvSpPr/>
          <p:nvPr/>
        </p:nvSpPr>
        <p:spPr>
          <a:xfrm>
            <a:off x="509945" y="8768782"/>
            <a:ext cx="3534507" cy="56765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9.Export to CSV</a:t>
            </a:r>
            <a:endParaRPr lang="en-IN" dirty="0"/>
          </a:p>
        </p:txBody>
      </p:sp>
      <p:sp>
        <p:nvSpPr>
          <p:cNvPr id="61" name="Flowchart: Decision 60">
            <a:extLst>
              <a:ext uri="{FF2B5EF4-FFF2-40B4-BE49-F238E27FC236}">
                <a16:creationId xmlns:a16="http://schemas.microsoft.com/office/drawing/2014/main" id="{70BA4514-0D31-24B8-CCCA-ECE972D88733}"/>
              </a:ext>
            </a:extLst>
          </p:cNvPr>
          <p:cNvSpPr/>
          <p:nvPr/>
        </p:nvSpPr>
        <p:spPr>
          <a:xfrm>
            <a:off x="509945" y="9527691"/>
            <a:ext cx="3534507" cy="567649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10.Exit</a:t>
            </a:r>
            <a:endParaRPr lang="en-IN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54C10D-9308-03F4-DCF9-58F447AB3818}"/>
              </a:ext>
            </a:extLst>
          </p:cNvPr>
          <p:cNvCxnSpPr>
            <a:cxnSpLocks/>
            <a:stCxn id="60" idx="2"/>
            <a:endCxn id="61" idx="0"/>
          </p:cNvCxnSpPr>
          <p:nvPr/>
        </p:nvCxnSpPr>
        <p:spPr>
          <a:xfrm>
            <a:off x="2277199" y="9336432"/>
            <a:ext cx="0" cy="191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Flowchart: Decision 71">
            <a:extLst>
              <a:ext uri="{FF2B5EF4-FFF2-40B4-BE49-F238E27FC236}">
                <a16:creationId xmlns:a16="http://schemas.microsoft.com/office/drawing/2014/main" id="{976337F5-02BB-9980-36D0-544EF1572BB0}"/>
              </a:ext>
            </a:extLst>
          </p:cNvPr>
          <p:cNvSpPr/>
          <p:nvPr/>
        </p:nvSpPr>
        <p:spPr>
          <a:xfrm>
            <a:off x="611054" y="2780596"/>
            <a:ext cx="3358665" cy="6456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2.View Expense</a:t>
            </a:r>
            <a:endParaRPr lang="en-IN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DE3CAA8-4943-590D-597B-C08DD9787B96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2290386" y="6852549"/>
            <a:ext cx="17574" cy="198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AA1E959-0387-113D-9A51-5D603360D0C5}"/>
              </a:ext>
            </a:extLst>
          </p:cNvPr>
          <p:cNvCxnSpPr>
            <a:stCxn id="61" idx="2"/>
          </p:cNvCxnSpPr>
          <p:nvPr/>
        </p:nvCxnSpPr>
        <p:spPr>
          <a:xfrm>
            <a:off x="2277199" y="10095340"/>
            <a:ext cx="13187" cy="8071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4A54BDE-F2A1-016C-1225-CE9680DAE693}"/>
              </a:ext>
            </a:extLst>
          </p:cNvPr>
          <p:cNvCxnSpPr>
            <a:cxnSpLocks/>
          </p:cNvCxnSpPr>
          <p:nvPr/>
        </p:nvCxnSpPr>
        <p:spPr>
          <a:xfrm flipH="1">
            <a:off x="334108" y="10902462"/>
            <a:ext cx="19342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013F217-2B9B-FBCF-0A8E-78BEDD6DF0FD}"/>
              </a:ext>
            </a:extLst>
          </p:cNvPr>
          <p:cNvCxnSpPr>
            <a:cxnSpLocks/>
          </p:cNvCxnSpPr>
          <p:nvPr/>
        </p:nvCxnSpPr>
        <p:spPr>
          <a:xfrm flipH="1" flipV="1">
            <a:off x="334108" y="672946"/>
            <a:ext cx="26372" cy="102295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2D34ABD-7DAE-DAD7-1511-89CC5E4EE4D8}"/>
              </a:ext>
            </a:extLst>
          </p:cNvPr>
          <p:cNvCxnSpPr/>
          <p:nvPr/>
        </p:nvCxnSpPr>
        <p:spPr>
          <a:xfrm>
            <a:off x="334108" y="672946"/>
            <a:ext cx="8352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F66B379-803F-C4E5-1060-9AC5C951E1AD}"/>
              </a:ext>
            </a:extLst>
          </p:cNvPr>
          <p:cNvSpPr/>
          <p:nvPr/>
        </p:nvSpPr>
        <p:spPr>
          <a:xfrm>
            <a:off x="4147766" y="1989440"/>
            <a:ext cx="2426697" cy="4568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add_expense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CA6D6CC-9AD1-64B8-F391-C887728C418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82905" y="2253221"/>
            <a:ext cx="1648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EEAA7F8E-E4B8-3611-711D-A0A2AAA76F91}"/>
              </a:ext>
            </a:extLst>
          </p:cNvPr>
          <p:cNvSpPr/>
          <p:nvPr/>
        </p:nvSpPr>
        <p:spPr>
          <a:xfrm>
            <a:off x="4147766" y="2941996"/>
            <a:ext cx="2426697" cy="322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view_expense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076E1C9-FB39-B11B-66FD-3E97E483D372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3969719" y="3103396"/>
            <a:ext cx="178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266B8CF-39DB-644C-DEA8-374DAD338BAD}"/>
              </a:ext>
            </a:extLst>
          </p:cNvPr>
          <p:cNvSpPr/>
          <p:nvPr/>
        </p:nvSpPr>
        <p:spPr>
          <a:xfrm>
            <a:off x="4132369" y="4617361"/>
            <a:ext cx="2442094" cy="51529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search_by_category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7ED6AE7-83D6-B6FB-E355-F4CCD62F996F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3925749" y="3968498"/>
            <a:ext cx="296206" cy="8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54DAF4-5CB8-7B61-B9B5-1945FDBD181B}"/>
              </a:ext>
            </a:extLst>
          </p:cNvPr>
          <p:cNvSpPr/>
          <p:nvPr/>
        </p:nvSpPr>
        <p:spPr>
          <a:xfrm>
            <a:off x="4147766" y="5254460"/>
            <a:ext cx="2442094" cy="82930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highest_lowest_expenses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3C090CB-0052-B31F-B949-B22D08EB59B9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925750" y="4844611"/>
            <a:ext cx="222016" cy="28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67B9586A-0F74-FB5D-9E58-B6C17B6FF1F5}"/>
              </a:ext>
            </a:extLst>
          </p:cNvPr>
          <p:cNvSpPr/>
          <p:nvPr/>
        </p:nvSpPr>
        <p:spPr>
          <a:xfrm>
            <a:off x="4183764" y="6334149"/>
            <a:ext cx="2426697" cy="46067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daily_summary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E80031D-2BBB-FAE4-DEBE-8EAC388B7A73}"/>
              </a:ext>
            </a:extLst>
          </p:cNvPr>
          <p:cNvCxnSpPr/>
          <p:nvPr/>
        </p:nvCxnSpPr>
        <p:spPr>
          <a:xfrm>
            <a:off x="3829042" y="5752378"/>
            <a:ext cx="334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FC00DB11-5076-8644-4354-448091900EC0}"/>
              </a:ext>
            </a:extLst>
          </p:cNvPr>
          <p:cNvSpPr/>
          <p:nvPr/>
        </p:nvSpPr>
        <p:spPr>
          <a:xfrm>
            <a:off x="4147766" y="7049995"/>
            <a:ext cx="2384928" cy="63949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monthly_summary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82F7048-E28B-5E06-2E58-02A3ABBDA0C9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3925749" y="6532802"/>
            <a:ext cx="268170" cy="6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A05B2F1-F051-117C-E0ED-06BBD2C3F0D7}"/>
              </a:ext>
            </a:extLst>
          </p:cNvPr>
          <p:cNvCxnSpPr>
            <a:stCxn id="52" idx="3"/>
          </p:cNvCxnSpPr>
          <p:nvPr/>
        </p:nvCxnSpPr>
        <p:spPr>
          <a:xfrm>
            <a:off x="4044453" y="7399295"/>
            <a:ext cx="1186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62941E6-B55D-4984-B8E2-0548C7C54AE1}"/>
              </a:ext>
            </a:extLst>
          </p:cNvPr>
          <p:cNvSpPr/>
          <p:nvPr/>
        </p:nvSpPr>
        <p:spPr>
          <a:xfrm>
            <a:off x="4247246" y="7862892"/>
            <a:ext cx="2184893" cy="5730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save_to_text_file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81C8675-84CE-286D-9744-F060591D0648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4044452" y="8219812"/>
            <a:ext cx="2027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FFA9950-5B99-BC18-5512-2328314479F5}"/>
              </a:ext>
            </a:extLst>
          </p:cNvPr>
          <p:cNvSpPr/>
          <p:nvPr/>
        </p:nvSpPr>
        <p:spPr>
          <a:xfrm>
            <a:off x="4296170" y="8763360"/>
            <a:ext cx="2052997" cy="5730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export_to_csv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9CCD7ACF-2237-8359-A8DF-5EB95882894C}"/>
              </a:ext>
            </a:extLst>
          </p:cNvPr>
          <p:cNvSpPr/>
          <p:nvPr/>
        </p:nvSpPr>
        <p:spPr>
          <a:xfrm>
            <a:off x="4347739" y="9447233"/>
            <a:ext cx="2176153" cy="91918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“Thank You” &amp; End Program</a:t>
            </a:r>
            <a:endParaRPr lang="en-IN" dirty="0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9BD256CA-C0C5-2907-CB68-C60B9F668D53}"/>
              </a:ext>
            </a:extLst>
          </p:cNvPr>
          <p:cNvCxnSpPr/>
          <p:nvPr/>
        </p:nvCxnSpPr>
        <p:spPr>
          <a:xfrm>
            <a:off x="4044452" y="9811515"/>
            <a:ext cx="2813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45077BF0-3B94-5EA1-6116-5CAA777257ED}"/>
              </a:ext>
            </a:extLst>
          </p:cNvPr>
          <p:cNvCxnSpPr>
            <a:cxnSpLocks/>
          </p:cNvCxnSpPr>
          <p:nvPr/>
        </p:nvCxnSpPr>
        <p:spPr>
          <a:xfrm>
            <a:off x="6788783" y="700676"/>
            <a:ext cx="0" cy="85045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0F0B2592-BFD1-266F-48F1-32D58B570AD2}"/>
              </a:ext>
            </a:extLst>
          </p:cNvPr>
          <p:cNvCxnSpPr/>
          <p:nvPr/>
        </p:nvCxnSpPr>
        <p:spPr>
          <a:xfrm flipH="1">
            <a:off x="3824647" y="700676"/>
            <a:ext cx="29641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90197A13-845C-DA7D-0822-0BBEB897AC23}"/>
              </a:ext>
            </a:extLst>
          </p:cNvPr>
          <p:cNvCxnSpPr>
            <a:stCxn id="116" idx="3"/>
          </p:cNvCxnSpPr>
          <p:nvPr/>
        </p:nvCxnSpPr>
        <p:spPr>
          <a:xfrm>
            <a:off x="6574463" y="2217872"/>
            <a:ext cx="214320" cy="35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A7E4144-407F-69BB-E2C7-B7FF6C4FBFB8}"/>
              </a:ext>
            </a:extLst>
          </p:cNvPr>
          <p:cNvCxnSpPr>
            <a:stCxn id="119" idx="3"/>
          </p:cNvCxnSpPr>
          <p:nvPr/>
        </p:nvCxnSpPr>
        <p:spPr>
          <a:xfrm>
            <a:off x="6574463" y="3103396"/>
            <a:ext cx="21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73C3ABB-1DB8-56A7-BB95-60D0C11E4909}"/>
              </a:ext>
            </a:extLst>
          </p:cNvPr>
          <p:cNvCxnSpPr>
            <a:stCxn id="124" idx="3"/>
          </p:cNvCxnSpPr>
          <p:nvPr/>
        </p:nvCxnSpPr>
        <p:spPr>
          <a:xfrm>
            <a:off x="6574463" y="4875007"/>
            <a:ext cx="21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BF7CD3F-0287-4D12-2AA9-886BFC6C529E}"/>
              </a:ext>
            </a:extLst>
          </p:cNvPr>
          <p:cNvCxnSpPr>
            <a:stCxn id="137" idx="3"/>
          </p:cNvCxnSpPr>
          <p:nvPr/>
        </p:nvCxnSpPr>
        <p:spPr>
          <a:xfrm>
            <a:off x="6589860" y="5669112"/>
            <a:ext cx="21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EB8A93D-DE4E-B308-5063-96EEF38E1294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6610461" y="6564488"/>
            <a:ext cx="162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AAB9658-6563-391D-BB2E-722960F3162E}"/>
              </a:ext>
            </a:extLst>
          </p:cNvPr>
          <p:cNvCxnSpPr>
            <a:cxnSpLocks/>
            <a:stCxn id="146" idx="3"/>
          </p:cNvCxnSpPr>
          <p:nvPr/>
        </p:nvCxnSpPr>
        <p:spPr>
          <a:xfrm flipV="1">
            <a:off x="6532694" y="7347389"/>
            <a:ext cx="208283" cy="22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C100A3AA-D06F-57BE-E14C-BF3341C44AD8}"/>
              </a:ext>
            </a:extLst>
          </p:cNvPr>
          <p:cNvCxnSpPr>
            <a:cxnSpLocks/>
            <a:stCxn id="162" idx="3"/>
          </p:cNvCxnSpPr>
          <p:nvPr/>
        </p:nvCxnSpPr>
        <p:spPr>
          <a:xfrm>
            <a:off x="6432139" y="8149428"/>
            <a:ext cx="3088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81094647-983C-8C6C-0BC0-6F53BDE0DB3D}"/>
              </a:ext>
            </a:extLst>
          </p:cNvPr>
          <p:cNvCxnSpPr>
            <a:cxnSpLocks/>
            <a:stCxn id="165" idx="3"/>
          </p:cNvCxnSpPr>
          <p:nvPr/>
        </p:nvCxnSpPr>
        <p:spPr>
          <a:xfrm>
            <a:off x="6349167" y="9049896"/>
            <a:ext cx="4407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2E4F7E5-92E8-4447-BB40-AF8DC136673B}"/>
              </a:ext>
            </a:extLst>
          </p:cNvPr>
          <p:cNvCxnSpPr>
            <a:cxnSpLocks/>
          </p:cNvCxnSpPr>
          <p:nvPr/>
        </p:nvCxnSpPr>
        <p:spPr>
          <a:xfrm flipH="1">
            <a:off x="6773385" y="9205218"/>
            <a:ext cx="15398" cy="8901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B1C9C54D-2D89-9A90-E835-F092538244AB}"/>
              </a:ext>
            </a:extLst>
          </p:cNvPr>
          <p:cNvCxnSpPr>
            <a:cxnSpLocks/>
          </p:cNvCxnSpPr>
          <p:nvPr/>
        </p:nvCxnSpPr>
        <p:spPr>
          <a:xfrm flipH="1">
            <a:off x="5356744" y="10325308"/>
            <a:ext cx="4370" cy="3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Oval 202">
            <a:extLst>
              <a:ext uri="{FF2B5EF4-FFF2-40B4-BE49-F238E27FC236}">
                <a16:creationId xmlns:a16="http://schemas.microsoft.com/office/drawing/2014/main" id="{742E9D85-0B6B-33C4-C61E-0E7B2F09C5A9}"/>
              </a:ext>
            </a:extLst>
          </p:cNvPr>
          <p:cNvSpPr/>
          <p:nvPr/>
        </p:nvSpPr>
        <p:spPr>
          <a:xfrm>
            <a:off x="4503890" y="10690991"/>
            <a:ext cx="1705708" cy="55349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  <a:endParaRPr lang="en-IN" dirty="0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AFC999C-26EA-94D6-311A-63BDDFD37227}"/>
              </a:ext>
            </a:extLst>
          </p:cNvPr>
          <p:cNvCxnSpPr>
            <a:stCxn id="60" idx="3"/>
            <a:endCxn id="165" idx="1"/>
          </p:cNvCxnSpPr>
          <p:nvPr/>
        </p:nvCxnSpPr>
        <p:spPr>
          <a:xfrm flipV="1">
            <a:off x="4044452" y="9049896"/>
            <a:ext cx="251718" cy="2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757F2B2B-F3E9-F2F7-F10C-9D4FDD6AC2E6}"/>
              </a:ext>
            </a:extLst>
          </p:cNvPr>
          <p:cNvSpPr/>
          <p:nvPr/>
        </p:nvSpPr>
        <p:spPr>
          <a:xfrm>
            <a:off x="4209601" y="3743004"/>
            <a:ext cx="2314291" cy="6368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Call </a:t>
            </a:r>
            <a:r>
              <a:rPr lang="en-US" dirty="0" err="1"/>
              <a:t>Calculate_total</a:t>
            </a:r>
            <a:r>
              <a:rPr lang="en-US" dirty="0"/>
              <a:t>()</a:t>
            </a:r>
            <a:endParaRPr lang="en-IN" dirty="0"/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2D932D09-57EB-4AF6-6F1B-83498E29CB23}"/>
              </a:ext>
            </a:extLst>
          </p:cNvPr>
          <p:cNvCxnSpPr>
            <a:stCxn id="224" idx="3"/>
          </p:cNvCxnSpPr>
          <p:nvPr/>
        </p:nvCxnSpPr>
        <p:spPr>
          <a:xfrm flipV="1">
            <a:off x="6523892" y="4061411"/>
            <a:ext cx="2170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0AC3FF1-39FC-90D2-689C-92CF8966AB2C}"/>
              </a:ext>
            </a:extLst>
          </p:cNvPr>
          <p:cNvCxnSpPr>
            <a:endCxn id="166" idx="3"/>
          </p:cNvCxnSpPr>
          <p:nvPr/>
        </p:nvCxnSpPr>
        <p:spPr>
          <a:xfrm flipH="1">
            <a:off x="6569534" y="10095340"/>
            <a:ext cx="2192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43ED6EA1-D9AC-EB88-99E3-5D923404904F}"/>
              </a:ext>
            </a:extLst>
          </p:cNvPr>
          <p:cNvSpPr txBox="1"/>
          <p:nvPr/>
        </p:nvSpPr>
        <p:spPr>
          <a:xfrm>
            <a:off x="3656498" y="1829833"/>
            <a:ext cx="184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DAF72A1-461C-AE5B-73DE-A2D0C4055733}"/>
              </a:ext>
            </a:extLst>
          </p:cNvPr>
          <p:cNvSpPr txBox="1"/>
          <p:nvPr/>
        </p:nvSpPr>
        <p:spPr>
          <a:xfrm>
            <a:off x="3636589" y="267239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07D5BF6-BEB3-B5AF-236A-6EA7698577EE}"/>
              </a:ext>
            </a:extLst>
          </p:cNvPr>
          <p:cNvSpPr txBox="1"/>
          <p:nvPr/>
        </p:nvSpPr>
        <p:spPr>
          <a:xfrm>
            <a:off x="3677950" y="3586651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A0A0E0A-73A2-1F24-DA0D-FA95F718CEEF}"/>
              </a:ext>
            </a:extLst>
          </p:cNvPr>
          <p:cNvSpPr txBox="1"/>
          <p:nvPr/>
        </p:nvSpPr>
        <p:spPr>
          <a:xfrm>
            <a:off x="3693853" y="4514900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C2E0DBA-9CCB-1F62-2CE6-8E186C413B48}"/>
              </a:ext>
            </a:extLst>
          </p:cNvPr>
          <p:cNvSpPr txBox="1"/>
          <p:nvPr/>
        </p:nvSpPr>
        <p:spPr>
          <a:xfrm>
            <a:off x="3655963" y="5383769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9EA5DEA2-8FC9-71E9-FE59-4071B547D79F}"/>
              </a:ext>
            </a:extLst>
          </p:cNvPr>
          <p:cNvSpPr txBox="1"/>
          <p:nvPr/>
        </p:nvSpPr>
        <p:spPr>
          <a:xfrm>
            <a:off x="3701551" y="6155895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075B715C-941C-EC8A-BB71-CF4FD5FA4458}"/>
              </a:ext>
            </a:extLst>
          </p:cNvPr>
          <p:cNvSpPr txBox="1"/>
          <p:nvPr/>
        </p:nvSpPr>
        <p:spPr>
          <a:xfrm>
            <a:off x="3569670" y="7051465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4A0178A-912A-A5F0-0F3D-354437696D66}"/>
              </a:ext>
            </a:extLst>
          </p:cNvPr>
          <p:cNvSpPr txBox="1"/>
          <p:nvPr/>
        </p:nvSpPr>
        <p:spPr>
          <a:xfrm>
            <a:off x="3701551" y="7840601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AA44367-EE99-D068-3BB1-7777B136AEE3}"/>
              </a:ext>
            </a:extLst>
          </p:cNvPr>
          <p:cNvSpPr txBox="1"/>
          <p:nvPr/>
        </p:nvSpPr>
        <p:spPr>
          <a:xfrm>
            <a:off x="3791137" y="8647057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D084FA0-AD96-86FA-0DF9-30E80D64CDB7}"/>
              </a:ext>
            </a:extLst>
          </p:cNvPr>
          <p:cNvSpPr txBox="1"/>
          <p:nvPr/>
        </p:nvSpPr>
        <p:spPr>
          <a:xfrm>
            <a:off x="3738371" y="9281431"/>
            <a:ext cx="86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8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130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Gaikwad</dc:creator>
  <cp:lastModifiedBy>Shweta Gaikwad</cp:lastModifiedBy>
  <cp:revision>1</cp:revision>
  <dcterms:created xsi:type="dcterms:W3CDTF">2026-09-14T05:30:39Z</dcterms:created>
  <dcterms:modified xsi:type="dcterms:W3CDTF">2026-09-14T08:29:19Z</dcterms:modified>
</cp:coreProperties>
</file>